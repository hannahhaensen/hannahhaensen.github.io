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9"/>
  </p:normalViewPr>
  <p:slideViewPr>
    <p:cSldViewPr snapToGrid="0">
      <p:cViewPr varScale="1">
        <p:scale>
          <a:sx n="106" d="100"/>
          <a:sy n="106" d="100"/>
        </p:scale>
        <p:origin x="9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01DAE-9321-6148-A8ED-F9298109AB9E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F1C1C-F1FB-D546-941A-04C4CB2C90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501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F1C1C-F1FB-D546-941A-04C4CB2C90AA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047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6CB0-C416-1A54-4D7E-CBB03BC4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4B41A-8223-1BCD-4BAE-0BB2FCCBA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EAA1F-B38C-3E69-BDDB-E69D16E8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4C64C-7257-7D20-4AF7-60D82E06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F26BD-80AC-DC25-A61E-4CEB3FD8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236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AC7F-B0BD-4B4A-E5F0-EB57965E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C7290-5B89-DEEB-4083-1A816A997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DF002-3310-D2A4-583E-9F7C496D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E690-B098-E0E5-83ED-C2DA4BA2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723B9-8DB9-EEF1-5177-72E908E0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218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008F-1769-7F99-CCFF-E63AA867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8BAA1-9405-ADED-100A-105670186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73366-1697-1B12-DB0C-A5154713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4189E-B0C0-5459-C518-D2DFFC52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176B4-DCE7-D355-CC53-0AC247B8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314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861F-39DF-7656-9A66-D024C059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1249F-3F59-A277-8B3F-3E470009F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8E10B-8E3A-88D3-8C80-8B2A53598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9C7CC-3AE5-06F3-3404-230BBC14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CA4CD-3A14-9947-2903-0011C2A3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40B39-6EB7-7400-C2FD-2CBA3B70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9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D6C6-A2BA-7853-743B-3E6142EAC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D9088-0FF2-9F83-C782-7C4E790C9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02DBC-C1D4-6B17-0DD5-1951C90EF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7D989-BD72-FE64-8BCA-F2C0DFF2D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2A6A4A-28F7-D94C-7478-F9E202FA8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ABFE3-46EF-9BF6-6406-62A6E458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A44F7-7D19-5F1D-AE05-35315B0D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8511B-47E7-2AD4-9A2D-ED72DD80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5886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042D-CEE1-3976-2F90-9242B0BC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7FC57-68E7-28F7-879D-8EE9892A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34784-BB44-3C3A-0F33-3183A18D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913CC-025F-FBEB-128E-E0B15037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39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ECDA0-07E3-F633-E060-14D61617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8D3D1-9744-2946-CFB8-F416948F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801C-3B0D-6680-7700-2BEDC98C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401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B746-E994-1D71-B94B-DF870F92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F178B-3757-D4C5-36DC-C6FE61B0A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32188-B4A5-3FE4-325C-96C0D1BD6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DAF18-944D-119D-DE8E-BF4E222A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04CA5-41A3-CA54-8761-6EEB7347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6C62A-9802-0DB3-D963-DFEBDF3A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420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FE18-0249-0C73-177A-DA5D59C4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92660F-CC1A-861D-E4F9-D70D4BF05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61C59-A9E8-4CA1-169B-20747860C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8FD21-13F3-C9DC-8431-F8CDDFDE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47548-96F5-BA7C-CB9A-6D8FEA6E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F07A3-9370-EE48-5D23-29F69242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856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BB54-7A6B-86D0-8758-46BDA8CC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6DBE5-9EB2-FE9D-0A17-C34CB7D06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88706-86D0-B450-8145-377E615F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F4EE-4B09-2138-254E-52DF4101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75787-345A-0824-BFBC-C68A2E9A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056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52F75-4BD8-4582-E153-76244CC66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8389B-3A41-C6E7-BDFB-F57C7935B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4430-D4EE-837A-5C32-C214BA7F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2690-4EC4-8164-8B59-DB8DC412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E741F-B26F-AAAA-E258-8D68A884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097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117A4-F049-19C3-2DBF-865048E8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E4B84-0EEB-9D89-6D9F-5AAB7682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B465-82FB-4EDC-03CB-C3559C80C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3BED0-9F77-C142-A6C3-D10753B7A377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9F49A-AA71-A64C-CB49-ACE0E7C74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5401-0AF6-50C6-E96B-44A568AFB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86E84-E8DE-9744-ABEC-C177301633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7670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E6D5B5-9C54-70C0-7505-5F37EE61A657}"/>
              </a:ext>
            </a:extLst>
          </p:cNvPr>
          <p:cNvSpPr/>
          <p:nvPr/>
        </p:nvSpPr>
        <p:spPr>
          <a:xfrm>
            <a:off x="2779295" y="1828800"/>
            <a:ext cx="5760000" cy="32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FB12BC9-12A5-0850-A0C8-81D661DB4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77" y="1828800"/>
            <a:ext cx="3907636" cy="324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795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10170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Schieber</dc:creator>
  <cp:lastModifiedBy>Hannah Schieber</cp:lastModifiedBy>
  <cp:revision>1</cp:revision>
  <dcterms:created xsi:type="dcterms:W3CDTF">2026-03-29T18:04:48Z</dcterms:created>
  <dcterms:modified xsi:type="dcterms:W3CDTF">2026-04-05T19:35:13Z</dcterms:modified>
</cp:coreProperties>
</file>